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Q&amp;A. Repo name and stack are stated as built; swap in the live Vercel URL once the final deploy is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8848" y="502920"/>
            <a:ext cx="3200400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685800"/>
            <a:ext cx="283464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84248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expenses in, settlements out — the fewest payments to make everyone even.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13248" y="4709160"/>
            <a:ext cx="137160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84248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SPIRIT HACKATHON  ·  PROBLEM #01 — WEB DEVELOPMENT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84248" y="5257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Submission  ·  Team of 2  ·  24-Hour Build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84248" y="5623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github.com/ourwebpages/Split-Buddy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costs is easy to mess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Roommates and shared households constantly juggle who paid for what — groceries, rent utilities, takeout. Tracking it manually leads to forgotten debts, awkward conversations, and unfair splits.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852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761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math or spreadsheets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10" name="Image 1" descr="icons/alert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51129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4198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debts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"I’ll just pay you back later"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14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169664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4078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splits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43342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record of who owes what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86600" y="1417320"/>
            <a:ext cx="4572000" cy="3794760"/>
          </a:xfrm>
          <a:prstGeom prst="roundRect">
            <a:avLst>
              <a:gd name="adj" fmla="val 2892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40664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BRIEF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7406640" y="21488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web app where a group can log shared expenses, see who owes whom, and settle up with the minimum number of transactions.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406640" y="4617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clause — minimum transactions — is the technical bar this build is judged against.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build is judged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6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19056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01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tracking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value prop — must feel obviously useful in a live demo.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7B3FE4"/>
          </a:solidFill>
          <a:ln/>
        </p:spPr>
      </p:sp>
      <p:pic>
        <p:nvPicPr>
          <p:cNvPr id="11" name="Image 1" descr="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19056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013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settlement math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4688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simplification is the technical differentiator vs. a plain expense list.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icons/upload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1001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9959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Shipped, not just built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663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deployed product beats an ambitious unfinished one.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7033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02336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3" descr="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41001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9959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believable UI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4663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remember what they can see in the two minutes they get.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built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5" name="Image 0" descr="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1670609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and roommates sharing a flat, splitting rent and daily costs.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7B3FE4"/>
          </a:solidFill>
          <a:ln/>
        </p:spPr>
      </p:sp>
      <p:pic>
        <p:nvPicPr>
          <p:cNvPr id="9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9" y="2905049"/>
            <a:ext cx="362102" cy="3621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small group with recurring shared expenses — trip groups, project teams.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15087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20840" y="18288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7208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2212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720840" y="288036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 3-BHK with two flatmates and pays for groceries. She wants to know at month-end who owes what — without opening a spreadsheet.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SCOPE — P0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built: the full demo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6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18534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04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79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signup, login, logout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7B3FE4"/>
          </a:solidFill>
          <a:ln/>
        </p:spPr>
      </p:sp>
      <p:pic>
        <p:nvPicPr>
          <p:cNvPr id="11" name="Image 1" descr="icons/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409" y="18534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404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group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79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creation with a shareable invite code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449" y="18534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404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group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79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invite code or a /join?code= link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3" descr="icons/plus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9" y="372800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279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expense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553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payer, and an equal split between members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3832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3657600"/>
            <a:ext cx="502920" cy="50292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26" name="Image 4" descr="icons/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409" y="372800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4279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553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dashboard per group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3832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3657600"/>
            <a:ext cx="502920" cy="502920"/>
          </a:xfrm>
          <a:prstGeom prst="ellipse">
            <a:avLst/>
          </a:prstGeom>
          <a:solidFill>
            <a:srgbClr val="7B3FE4"/>
          </a:solidFill>
          <a:ln/>
        </p:spPr>
      </p:sp>
      <p:pic>
        <p:nvPicPr>
          <p:cNvPr id="31" name="Image 5" descr="icons/gitMer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449" y="372800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1040" y="4279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settlement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553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Debt-simplification algorithm, fewest payments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history (P1) is also implemented — see the Traceability appendix in the Tech Spec.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Serverless, client-heavy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1B2B4B"/>
          </a:solidFill>
          <a:ln/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49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21031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2B7FE0"/>
          </a:solidFill>
          <a:ln/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5488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7249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(email/password)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(groups, expenses)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2103120"/>
            <a:ext cx="3136392" cy="1554480"/>
          </a:xfrm>
          <a:prstGeom prst="roundRect">
            <a:avLst>
              <a:gd name="adj" fmla="val 5882"/>
            </a:avLst>
          </a:prstGeom>
          <a:solidFill>
            <a:srgbClr val="7B3FE4"/>
          </a:solidFill>
          <a:ln/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32520" y="228600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724912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Git-push deploy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on push to main</a:t>
            </a:r>
            <a:endParaRPr lang="en-US" sz="1100" dirty="0"/>
          </a:p>
        </p:txBody>
      </p:sp>
      <p:pic>
        <p:nvPicPr>
          <p:cNvPr id="13" name="Image 0" descr="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734056"/>
            <a:ext cx="292608" cy="292608"/>
          </a:xfrm>
          <a:prstGeom prst="rect">
            <a:avLst/>
          </a:prstGeom>
        </p:spPr>
      </p:pic>
      <p:pic>
        <p:nvPicPr>
          <p:cNvPr id="14" name="Image 1" descr="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73405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40480" y="2880360"/>
            <a:ext cx="6858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18120" y="2880360"/>
            <a:ext cx="6858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97764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3159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4279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custom backend server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4709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is read and written directly from the client via the Firebase SDK, secured by Firestore Security Rules instead of a middle-tier API. This removes an entire layer — API routes, server auth middleware — without meaningfully weakening security for this data sensitivity level.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 —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why it fits a 24-hour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420624" cy="420624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527" y="1640799"/>
            <a:ext cx="302849" cy="3028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5087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50876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508760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routing, hot reload, one command to deploy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295144"/>
            <a:ext cx="420624" cy="420624"/>
          </a:xfrm>
          <a:prstGeom prst="ellipse">
            <a:avLst/>
          </a:prstGeom>
          <a:solidFill>
            <a:srgbClr val="7B3FE4"/>
          </a:solidFill>
          <a:ln/>
        </p:spPr>
      </p:sp>
      <p:pic>
        <p:nvPicPr>
          <p:cNvPr id="11" name="Image 1" descr="icons/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7" y="2354031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222199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22199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2221992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reuse across 2 devs; utility classes for fast styling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008376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2" descr="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27" y="3067263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293522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383280" y="293522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172200" y="2935224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backend auth code; email/password is enough for MVP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648456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3721608"/>
            <a:ext cx="420624" cy="420624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3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27" y="3780495"/>
            <a:ext cx="302849" cy="30284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43000" y="364845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3383280" y="364845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6172200" y="3648456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listeners for live balances; no schema migrations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361688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29" name="Image 4" descr="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27" y="4493727"/>
            <a:ext cx="302849" cy="30284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43000" y="436168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3383280" y="436168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6172200" y="4361688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Git-push-to-deploy; zero DevOps configuration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48640" y="5148072"/>
            <a:ext cx="420624" cy="420624"/>
          </a:xfrm>
          <a:prstGeom prst="ellipse">
            <a:avLst/>
          </a:prstGeom>
          <a:solidFill>
            <a:srgbClr val="7B3FE4"/>
          </a:solidFill>
          <a:ln/>
        </p:spPr>
      </p:sp>
      <p:pic>
        <p:nvPicPr>
          <p:cNvPr id="35" name="Image 5" descr="icons/file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527" y="5206959"/>
            <a:ext cx="302849" cy="302849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43000" y="507492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3383280" y="50749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6172200" y="5074920"/>
            <a:ext cx="5468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less thing to debug under time pressure; TS skipped deliberately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 — 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collections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B7FE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2B7FE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00784"/>
            <a:ext cx="3291840" cy="192024"/>
          </a:xfrm>
          <a:prstGeom prst="rect">
            <a:avLst/>
          </a:prstGeom>
          <a:solidFill>
            <a:srgbClr val="2B7F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users/{userId}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email: string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displayName: string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createdAt: timestamp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7B3F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508760"/>
            <a:ext cx="3566160" cy="384048"/>
          </a:xfrm>
          <a:prstGeom prst="roundRect">
            <a:avLst>
              <a:gd name="adj" fmla="val 23810"/>
            </a:avLst>
          </a:prstGeom>
          <a:solidFill>
            <a:srgbClr val="7B3FE4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1700784"/>
            <a:ext cx="3566160" cy="192024"/>
          </a:xfrm>
          <a:prstGeom prst="rect">
            <a:avLst/>
          </a:prstGeom>
          <a:solidFill>
            <a:srgbClr val="7B3F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1508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groups/{groupId}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01168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name: string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members: array&lt;userId&gt;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createdBy: userId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createdAt: timestamp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59359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508760"/>
            <a:ext cx="3593592" cy="384048"/>
          </a:xfrm>
          <a:prstGeom prst="roundRect">
            <a:avLst>
              <a:gd name="adj" fmla="val 23810"/>
            </a:avLst>
          </a:prstGeom>
          <a:solidFill>
            <a:srgbClr val="2EC4B6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700784"/>
            <a:ext cx="3593592" cy="19202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150876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groups/{gid}/expenses/{eid}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011680"/>
            <a:ext cx="3227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amount: number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description: string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paidBy: userId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splitBetween: array&lt;userId&gt;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532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date: timestamp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315968"/>
            <a:ext cx="329184" cy="32918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4279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709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are a subcollection of groups, not a top-level collection filtered by groupId — this scopes security rules naturally and avoids composite indexes for "all expenses in group X." members is a flat array on the group document — simple array-contains queries, and group sizes here (3–6 people) keep array growth a non-issue.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 — CORE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simplification: the technical centerpiece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balance per person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expense, the payer’s balance increases by the full amount. Each person in splitBetween has their balance decreased by amount / splitBetween.length.</a:t>
            </a:r>
            <a:endParaRPr lang="en-US" sz="1250" dirty="0"/>
          </a:p>
        </p:txBody>
      </p:sp>
      <p:pic>
        <p:nvPicPr>
          <p:cNvPr id="8" name="Image 0" descr="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3545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82512" y="155448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02552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02552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minimum-transaction settlement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702552" y="2468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people into debtors and creditors. Repeatedly match the current debtor against the current creditor, transfer min(debt, credit), and advance whichever side hits zero first.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3291840" cy="1874520"/>
          </a:xfrm>
          <a:prstGeom prst="roundRect">
            <a:avLst>
              <a:gd name="adj" fmla="val 5854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4864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709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+ match, trivial at hackathon group sizes (3–10 people)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023360" y="3794760"/>
            <a:ext cx="743407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97680" y="4041648"/>
            <a:ext cx="438912" cy="438912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8" name="Image 1" descr="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128" y="4103096"/>
            <a:ext cx="316017" cy="31601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8920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note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297680" y="4462272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matching produces a minimal-transaction-count solution — not necessarily the theoretical optimum, since true optimal minimum-transaction settlement is NP-hard in general. For groups this size, greedy is effectively optimal and is the standard practical approach.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 — SECURITY &amp; NFRS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down, and fast enough to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1B2B4B"/>
          </a:solidFill>
          <a:ln/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3172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Security Rules enforce that a user can only read/write a group document if their UID is in that group’s members array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writes require an authenticated UID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actually moves through the app — it only calculates who owes whom, which lowers the security bar versus a real payments product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 holds Firebase config, gitignored; equivalent values are set as environment variables in the Vercel dashboard at deploy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783080"/>
            <a:ext cx="457200" cy="45720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11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14032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519672" y="242316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8" y="24743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22592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9875520" y="240487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 on 4G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519672" y="2916936"/>
            <a:ext cx="49377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19672" y="299008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3" descr="icons/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878" y="3041294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22592" y="29718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update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9875520" y="29718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 after expense added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519672" y="3483864"/>
            <a:ext cx="49377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519672" y="3557016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4" name="Image 4" descr="icons/smart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878" y="3608222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22592" y="35387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9875520" y="35387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375px width minimum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519672" y="4050792"/>
            <a:ext cx="493776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519672" y="4123944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9" name="Image 5" descr="icons/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878" y="4175150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022592" y="41056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during demo window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9875520" y="41056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DEMO-DAY READINESS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done, and where we stayed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icons/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292608" cy="292608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9" name="Image 1" descr="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5" y="2418405"/>
            <a:ext cx="210678" cy="2106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3225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can sign up, create a group, add 3 expenses, and see correct settlement math in under 2 minutes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68680" y="3218688"/>
            <a:ext cx="292608" cy="292608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12" name="Image 2" descr="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45" y="3259653"/>
            <a:ext cx="210678" cy="21067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1638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live on a public Vercel URL, not localhost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68680" y="4059936"/>
            <a:ext cx="292608" cy="292608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15" name="Image 3" descr="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45" y="4100901"/>
            <a:ext cx="210678" cy="21067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0050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console errors during the demo flow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68680" y="4901184"/>
            <a:ext cx="292608" cy="292608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18" name="Image 4" descr="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45" y="4942149"/>
            <a:ext cx="210678" cy="21067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846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phone-sized viewport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99632" y="150876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4B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519672" y="178308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2" name="Image 5" descr="icons/inf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847088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14032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6519672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Equal-split only — no custom ratios (explicit scope cut; see PRD Section 5)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integration — this is a calculator, not a payment processor, by design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free-tier limits (50K reads/day) are far beyond hackathon demo traffic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 — manual test pass only, appropriate for 24-hour scope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822960"/>
            <a:ext cx="914400" cy="914400"/>
          </a:xfrm>
          <a:prstGeom prst="ellipse">
            <a:avLst/>
          </a:prstGeom>
          <a:solidFill>
            <a:srgbClr val="2B7FE0"/>
          </a:solidFill>
          <a:ln/>
        </p:spPr>
      </p:sp>
      <p:pic>
        <p:nvPicPr>
          <p:cNvPr id="3" name="Image 0" descr="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36" y="10698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2788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SplitBuddy — shared expenses, zero stress.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13248" y="3520440"/>
            <a:ext cx="137160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27048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Spirit Hackathon — Problem #01: Web Development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27048" y="4114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github.com/ourwebpages/Split-Buddy  ·  Next.js, React, Tailwind CSS, Firebase, Vercel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SplitBuddy — Hackathon Submission</dc:title>
  <dc:subject>PptxGenJS Presentation</dc:subject>
  <dc:creator>SplitBuddy Team</dc:creator>
  <cp:lastModifiedBy>SplitBuddy Team</cp:lastModifiedBy>
  <cp:revision>1</cp:revision>
  <dcterms:created xsi:type="dcterms:W3CDTF">2026-08-29T09:10:00Z</dcterms:created>
  <dcterms:modified xsi:type="dcterms:W3CDTF">2026-08-29T09:10:00Z</dcterms:modified>
</cp:coreProperties>
</file>